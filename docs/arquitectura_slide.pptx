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 · INGENIERÍA DE SISTEMAS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" y="5486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IoT de Domótica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de extremo a extremo — una sola fuente de verdad en PostgreSQL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EEF0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36192" y="157276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EAF5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9464" y="157276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EAF5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02736" y="157276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7EE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56048" y="1572768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572768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DEA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60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42632" y="157276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E1F3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8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</a:t>
            </a:r>
            <a:endParaRPr lang="en-US" sz="1200" dirty="0"/>
          </a:p>
        </p:txBody>
      </p:sp>
      <p:pic>
        <p:nvPicPr>
          <p:cNvPr id="12" name="Image 0" descr="/tmp/arquitectura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8" y="2057400"/>
            <a:ext cx="11155680" cy="41833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Valeryn Duque  &amp;  Juan Vrasmatas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99632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y la simulación de Proteus comparten el estado del relé en PostgreSQL.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del Sistema IoT de Domotica</dc:title>
  <dc:subject>PptxGenJS Presentation</dc:subject>
  <dc:creator>Valeryn Duque &amp; Juan Vrasmatas</dc:creator>
  <cp:lastModifiedBy>Valeryn Duque &amp; Juan Vrasmatas</cp:lastModifiedBy>
  <cp:revision>1</cp:revision>
  <dcterms:created xsi:type="dcterms:W3CDTF">2026-07-25T06:17:48Z</dcterms:created>
  <dcterms:modified xsi:type="dcterms:W3CDTF">2026-07-25T06:17:48Z</dcterms:modified>
</cp:coreProperties>
</file>